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63" r:id="rId5"/>
    <p:sldId id="265" r:id="rId6"/>
    <p:sldId id="262" r:id="rId7"/>
    <p:sldId id="264" r:id="rId8"/>
    <p:sldId id="259" r:id="rId9"/>
    <p:sldId id="260" r:id="rId10"/>
    <p:sldId id="266" r:id="rId11"/>
    <p:sldId id="261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249A7-89C2-48D1-AD5B-DF489877680A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8E9A2-730A-4A80-A419-D30142DADB0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249A7-89C2-48D1-AD5B-DF489877680A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8E9A2-730A-4A80-A419-D30142DADB0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249A7-89C2-48D1-AD5B-DF489877680A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8E9A2-730A-4A80-A419-D30142DADB0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249A7-89C2-48D1-AD5B-DF489877680A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8E9A2-730A-4A80-A419-D30142DADB0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249A7-89C2-48D1-AD5B-DF489877680A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8E9A2-730A-4A80-A419-D30142DADB0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249A7-89C2-48D1-AD5B-DF489877680A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8E9A2-730A-4A80-A419-D30142DADB0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249A7-89C2-48D1-AD5B-DF489877680A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8E9A2-730A-4A80-A419-D30142DADB0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249A7-89C2-48D1-AD5B-DF489877680A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8E9A2-730A-4A80-A419-D30142DADB0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249A7-89C2-48D1-AD5B-DF489877680A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8E9A2-730A-4A80-A419-D30142DADB0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249A7-89C2-48D1-AD5B-DF489877680A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8E9A2-730A-4A80-A419-D30142DADB0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249A7-89C2-48D1-AD5B-DF489877680A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8E9A2-730A-4A80-A419-D30142DADB0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249A7-89C2-48D1-AD5B-DF489877680A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8E9A2-730A-4A80-A419-D30142DADB0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VGroin/ProjectForPredporofOlimp" TargetMode="External"/><Relationship Id="rId2" Type="http://schemas.openxmlformats.org/officeDocument/2006/relationships/hyperlink" Target="https://vk.com/wall887951416_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МОСКОВСКАЯ ПРЕДПРОФЕССИОНАЛЬНАЯ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ОЛИМПИАДА ШКОЛЬНИКОВ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Профиль «Информационные технологии»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Командный кейс </a:t>
            </a:r>
            <a:r>
              <a:rPr lang="ru-RU" dirty="0" err="1"/>
              <a:t>No</a:t>
            </a:r>
            <a:r>
              <a:rPr lang="ru-RU" dirty="0"/>
              <a:t> 3 «Анализ поступления»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5229200"/>
            <a:ext cx="3563888" cy="16288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ru-RU" dirty="0" smtClean="0">
                <a:solidFill>
                  <a:schemeClr val="tx1"/>
                </a:solidFill>
              </a:rPr>
              <a:t>Проект выполнили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Ученики 10А класса ГБОУ Школы им. А. Боровика</a:t>
            </a:r>
          </a:p>
          <a:p>
            <a:pPr algn="l"/>
            <a:r>
              <a:rPr lang="ru-RU" b="1" dirty="0" smtClean="0">
                <a:solidFill>
                  <a:schemeClr val="tx1"/>
                </a:solidFill>
              </a:rPr>
              <a:t>Горин Д. В.</a:t>
            </a:r>
            <a:br>
              <a:rPr lang="ru-RU" b="1" dirty="0" smtClean="0">
                <a:solidFill>
                  <a:schemeClr val="tx1"/>
                </a:solidFill>
              </a:rPr>
            </a:br>
            <a:r>
              <a:rPr lang="ru-RU" b="1" dirty="0" smtClean="0">
                <a:solidFill>
                  <a:schemeClr val="tx1"/>
                </a:solidFill>
              </a:rPr>
              <a:t>Гусев М. А.</a:t>
            </a:r>
            <a:endParaRPr lang="ru-RU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Язык программирования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4690864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	</a:t>
            </a:r>
            <a:r>
              <a:rPr lang="ru-RU" sz="2400" dirty="0" smtClean="0"/>
              <a:t>В качестве основного языка программирования в нашем проекте мы использовали </a:t>
            </a:r>
            <a:r>
              <a:rPr lang="en-US" sz="2400" dirty="0" smtClean="0"/>
              <a:t>Python</a:t>
            </a:r>
            <a:r>
              <a:rPr lang="ru-RU" sz="2400" dirty="0" smtClean="0"/>
              <a:t> за его плюсы, а именно</a:t>
            </a:r>
          </a:p>
          <a:p>
            <a:pPr lvl="1">
              <a:buFont typeface="Wingdings" pitchFamily="2" charset="2"/>
              <a:buChar char="q"/>
            </a:pPr>
            <a:r>
              <a:rPr lang="ru-RU" sz="2000" dirty="0" smtClean="0"/>
              <a:t>Простота написания кода</a:t>
            </a:r>
          </a:p>
          <a:p>
            <a:pPr lvl="1">
              <a:buFont typeface="Wingdings" pitchFamily="2" charset="2"/>
              <a:buChar char="q"/>
            </a:pPr>
            <a:r>
              <a:rPr lang="ru-RU" sz="2000" dirty="0" smtClean="0"/>
              <a:t>Упрощённая система работы с данными</a:t>
            </a:r>
          </a:p>
          <a:p>
            <a:pPr lvl="1">
              <a:buFont typeface="Wingdings" pitchFamily="2" charset="2"/>
              <a:buChar char="q"/>
            </a:pPr>
            <a:r>
              <a:rPr lang="ru-RU" sz="2000" dirty="0" smtClean="0"/>
              <a:t>Множестве библиотек</a:t>
            </a:r>
            <a:r>
              <a:rPr lang="en-US" sz="2000" dirty="0" smtClean="0"/>
              <a:t>, </a:t>
            </a:r>
            <a:r>
              <a:rPr lang="ru-RU" sz="2000" dirty="0" smtClean="0"/>
              <a:t>упрощающих написание кода</a:t>
            </a:r>
          </a:p>
          <a:p>
            <a:endParaRPr lang="ru-RU" sz="2400" dirty="0" smtClean="0"/>
          </a:p>
        </p:txBody>
      </p:sp>
      <p:sp>
        <p:nvSpPr>
          <p:cNvPr id="1026" name="AutoShape 2" descr="Файл:Python-logo-notext.svg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8" name="AutoShape 4" descr="Файл:Python-logo-notext.svg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30" name="AutoShape 6" descr="Файл:Python-logo-notext.svg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32" name="AutoShape 8" descr="Файл:Python-logo-notext.svg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4" name="Picture 10" descr="Файл:Python-logo-notext.svg — Википедия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1484784"/>
            <a:ext cx="3912369" cy="39123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Язык программирования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080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dirty="0" smtClean="0"/>
              <a:t>В нашем проекте мы использовали такие библиотеки как :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err="1" smtClean="0"/>
              <a:t>django</a:t>
            </a:r>
            <a:r>
              <a:rPr lang="ru-RU" sz="2400" dirty="0" smtClean="0"/>
              <a:t> для работы с сервером</a:t>
            </a:r>
            <a:endParaRPr lang="ru-RU" sz="2400" dirty="0"/>
          </a:p>
          <a:p>
            <a:pPr>
              <a:buFont typeface="Wingdings" pitchFamily="2" charset="2"/>
              <a:buChar char="q"/>
            </a:pPr>
            <a:r>
              <a:rPr lang="en-US" sz="2400" dirty="0" err="1"/>
              <a:t>o</a:t>
            </a:r>
            <a:r>
              <a:rPr lang="en-US" sz="2400" dirty="0" err="1" smtClean="0"/>
              <a:t>s</a:t>
            </a:r>
            <a:r>
              <a:rPr lang="ru-RU" sz="2400" dirty="0" smtClean="0"/>
              <a:t> для работы с файлами</a:t>
            </a:r>
            <a:endParaRPr lang="en-US" sz="2400" dirty="0" smtClean="0"/>
          </a:p>
          <a:p>
            <a:pPr>
              <a:buFont typeface="Wingdings" pitchFamily="2" charset="2"/>
              <a:buChar char="q"/>
            </a:pPr>
            <a:r>
              <a:rPr lang="en-US" sz="2400" dirty="0" err="1" smtClean="0"/>
              <a:t>json</a:t>
            </a:r>
            <a:r>
              <a:rPr lang="en-US" sz="2400" dirty="0" smtClean="0"/>
              <a:t> </a:t>
            </a:r>
            <a:r>
              <a:rPr lang="ru-RU" sz="2400" dirty="0" smtClean="0"/>
              <a:t>для работы с файлами расширения </a:t>
            </a:r>
            <a:r>
              <a:rPr lang="en-US" sz="2400" dirty="0" err="1" smtClean="0"/>
              <a:t>json</a:t>
            </a:r>
            <a:endParaRPr lang="en-US" sz="2400" dirty="0" smtClean="0"/>
          </a:p>
          <a:p>
            <a:pPr lvl="1">
              <a:buFont typeface="Arial" pitchFamily="34" charset="0"/>
              <a:buChar char="•"/>
            </a:pPr>
            <a:endParaRPr lang="ru-RU" sz="2000" dirty="0" smtClean="0"/>
          </a:p>
        </p:txBody>
      </p:sp>
      <p:sp>
        <p:nvSpPr>
          <p:cNvPr id="6148" name="AutoShape 4" descr="Django - Full Stack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150" name="AutoShape 6" descr="Django - Full Stack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573016"/>
            <a:ext cx="8105810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Диаграмма классов</a:t>
            </a:r>
            <a:endParaRPr lang="ru-RU" dirty="0"/>
          </a:p>
        </p:txBody>
      </p:sp>
      <p:pic>
        <p:nvPicPr>
          <p:cNvPr id="205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177527" y="1600200"/>
            <a:ext cx="678894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Принцип работы</a:t>
            </a:r>
            <a:endParaRPr lang="ru-RU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7527" y="1600200"/>
            <a:ext cx="678894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СУБД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5338936" cy="4525963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Для управления базами данных (БД) мы выбрали </a:t>
            </a:r>
            <a:r>
              <a:rPr lang="en-US" dirty="0" smtClean="0"/>
              <a:t>SQLite3</a:t>
            </a:r>
            <a:r>
              <a:rPr lang="en-US" dirty="0"/>
              <a:t> </a:t>
            </a:r>
            <a:r>
              <a:rPr lang="ru-RU" dirty="0" smtClean="0"/>
              <a:t>за его преимущества</a:t>
            </a:r>
          </a:p>
          <a:p>
            <a:pPr lvl="1">
              <a:buFont typeface="Wingdings" pitchFamily="2" charset="2"/>
              <a:buChar char="q"/>
            </a:pPr>
            <a:r>
              <a:rPr lang="ru-RU" dirty="0" smtClean="0"/>
              <a:t>Простота использования</a:t>
            </a:r>
          </a:p>
          <a:p>
            <a:pPr lvl="1">
              <a:buFont typeface="Wingdings" pitchFamily="2" charset="2"/>
              <a:buChar char="q"/>
            </a:pPr>
            <a:r>
              <a:rPr lang="ru-RU" dirty="0" smtClean="0"/>
              <a:t>Поддержка </a:t>
            </a:r>
            <a:r>
              <a:rPr lang="en-US" dirty="0" err="1" smtClean="0"/>
              <a:t>django</a:t>
            </a:r>
            <a:endParaRPr lang="ru-RU" dirty="0" smtClean="0"/>
          </a:p>
          <a:p>
            <a:pPr lvl="1">
              <a:buFont typeface="Wingdings" pitchFamily="2" charset="2"/>
              <a:buChar char="q"/>
            </a:pPr>
            <a:r>
              <a:rPr lang="ru-RU" dirty="0" smtClean="0"/>
              <a:t>Быстро</a:t>
            </a:r>
          </a:p>
          <a:p>
            <a:pPr lvl="1">
              <a:buFont typeface="Wingdings" pitchFamily="2" charset="2"/>
              <a:buChar char="q"/>
            </a:pPr>
            <a:r>
              <a:rPr lang="ru-RU" dirty="0" smtClean="0"/>
              <a:t>Удобно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212976"/>
            <a:ext cx="310515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Схема БД</a:t>
            </a:r>
            <a:endParaRPr lang="ru-RU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7527" y="1600200"/>
            <a:ext cx="678894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3779912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Вид интерфейса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2890664" cy="4713387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В качестве интерфейса мы использовали</a:t>
            </a:r>
            <a:r>
              <a:rPr lang="en-US" sz="2400" dirty="0" smtClean="0"/>
              <a:t> html </a:t>
            </a:r>
            <a:r>
              <a:rPr lang="ru-RU" sz="2400" dirty="0" smtClean="0"/>
              <a:t>страницы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3356992"/>
            <a:ext cx="3554349" cy="338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94847" y="0"/>
            <a:ext cx="5449153" cy="3957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19233" y="4149080"/>
            <a:ext cx="4024767" cy="2708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Примеры отчётов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692696"/>
            <a:ext cx="8460431" cy="2861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606475"/>
            <a:ext cx="7452320" cy="325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Ссылки на нашу работу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l-GL" dirty="0" smtClean="0">
                <a:hlinkClick r:id="rId2"/>
              </a:rPr>
              <a:t>https://</a:t>
            </a:r>
            <a:r>
              <a:rPr lang="kl-GL" dirty="0" smtClean="0">
                <a:hlinkClick r:id="rId2"/>
              </a:rPr>
              <a:t>vk.com/wall887951416_1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Видео пример</a:t>
            </a:r>
          </a:p>
          <a:p>
            <a:endParaRPr lang="ru-RU" dirty="0" smtClean="0"/>
          </a:p>
          <a:p>
            <a:r>
              <a:rPr lang="kl-GL" dirty="0" smtClean="0">
                <a:hlinkClick r:id="rId3"/>
              </a:rPr>
              <a:t>https://</a:t>
            </a:r>
            <a:r>
              <a:rPr lang="kl-GL" dirty="0" smtClean="0">
                <a:hlinkClick r:id="rId3"/>
              </a:rPr>
              <a:t>github.com/DVGroin/ProjectForPredporofOlimp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Ссылка на </a:t>
            </a:r>
            <a:r>
              <a:rPr lang="ru-RU" smtClean="0"/>
              <a:t>репозиторий</a:t>
            </a: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708920"/>
            <a:ext cx="8229600" cy="1143000"/>
          </a:xfrm>
        </p:spPr>
        <p:txBody>
          <a:bodyPr/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</TotalTime>
  <Words>82</Words>
  <Application>Microsoft Office PowerPoint</Application>
  <PresentationFormat>Экран (4:3)</PresentationFormat>
  <Paragraphs>31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МОСКОВСКАЯ ПРЕДПРОФЕССИОНАЛЬНАЯ ОЛИМПИАДА ШКОЛЬНИКОВ Профиль «Информационные технологии» Командный кейс No 3 «Анализ поступления»</vt:lpstr>
      <vt:lpstr>Язык программирования</vt:lpstr>
      <vt:lpstr>Язык программирования</vt:lpstr>
      <vt:lpstr>Диаграмма классов</vt:lpstr>
      <vt:lpstr>Принцип работы</vt:lpstr>
      <vt:lpstr>СУБД</vt:lpstr>
      <vt:lpstr>Схема БД</vt:lpstr>
      <vt:lpstr>Вид интерфейса</vt:lpstr>
      <vt:lpstr>Примеры отчётов</vt:lpstr>
      <vt:lpstr>Ссылки на нашу работу</vt:lpstr>
      <vt:lpstr>СПАСИБО ЗА ВНИМАНИЕ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МОСКОВСКАЯ ПРЕДПРОФЕССИОНАЛЬНАЯ ОЛИМПИАДА ШКОЛЬНИКОВ Профиль «Информационные технологии» Командный кейс No 3 «Анализ поступления»</dc:title>
  <dc:creator>Пользователь Windows</dc:creator>
  <cp:lastModifiedBy>Пользователь Windows</cp:lastModifiedBy>
  <cp:revision>5</cp:revision>
  <dcterms:created xsi:type="dcterms:W3CDTF">2026-02-15T16:56:42Z</dcterms:created>
  <dcterms:modified xsi:type="dcterms:W3CDTF">2026-02-16T20:12:32Z</dcterms:modified>
</cp:coreProperties>
</file>